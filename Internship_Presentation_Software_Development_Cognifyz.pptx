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114800" cy="411480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303520"/>
            <a:ext cx="1828800" cy="1828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medi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6928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30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INTERNSHIP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03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1-month web-based software project built with Python and Django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Cognifyz IT Solutions Pvt. Ltd.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892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Yojit Bhatt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2410031104   |   B.Tech CSE, Batch 2024-28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June 2026 - 15 July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783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1783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434072" y="1783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26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5352" y="2926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9672" y="2926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434072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69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069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45352" y="4069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9672" y="4069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4069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212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212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45352" y="5212080"/>
            <a:ext cx="5394960" cy="91440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9672" y="5212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5212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Certificate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summarizes the work carried out during the 1-Month Software Development Internship at Cognifyz IT Solutions Pvt. Ltd., from 15/06/2026 to 15/07/2026.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built a strong foundation in software development practices and gave hands-on exposure to building a real-world, web-based application, ending with a generic web-based project in Python and Django.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covered the complete software development lifecycle, from requirement analysis and setup to coding, testing and deployment, bridging academic learning with industry-oriented skills.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1783080"/>
            <a:ext cx="3611880" cy="4343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0" y="214884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971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0" y="3840480"/>
            <a:ext cx="2880360" cy="0"/>
          </a:xfrm>
          <a:prstGeom prst="line">
            <a:avLst/>
          </a:prstGeom>
          <a:noFill/>
          <a:ln w="12700">
            <a:solidFill>
              <a:srgbClr val="3E4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411480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0976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5303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97680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Cognifyz IT Solutions Pvt. Ltd.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Data Meets Intelligence”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93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Warora, Chandrapur, India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68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15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certified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90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registered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413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660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development, data analytics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783080"/>
            <a:ext cx="6355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is an IT solutions and technology training organization offering internship and training programs that combine practical, project-based assignments with mentorship.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20040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receive a verifiable internship completion certificate from the organization after successfully completing their assigned duration and deliverables.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4663440"/>
            <a:ext cx="6355080" cy="15087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5166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778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66344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modules pair conceptual learning with hands-on assignments, closely simulating an industry training environment.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in software development often struggle to turn theoretical knowledge into a complete, deployable web application. The internship addressed two concrete problems: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94960" cy="3337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unscalable data handling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and presenting information through static or ad-hoc means is inefficient. A dynamic, database-backed web application can store, process and present data through a structured interface.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788920"/>
            <a:ext cx="5394960" cy="3337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learning and practice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34340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need exposure to the full web-development workflow, from designing the data model to building backend logic and a usable front end, best learned through an applied mini-project.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 AND 4.5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768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 foundation in Python programming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9809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Django's Model-View-Template (MVT) architecture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673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integrate a relational database (SQLite / MySQL)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360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5537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web application with full CRUD functionality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4223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3400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and GitHub for version control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0" cy="4434840"/>
          </a:xfrm>
          <a:prstGeom prst="line">
            <a:avLst/>
          </a:prstGeom>
          <a:noFill/>
          <a:ln w="19050">
            <a:solidFill>
              <a:srgbClr val="E3E8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5146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Data model design and Django MVT backend logic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93522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Relational database integration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Front-end templates for user interaction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7764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Local functional testing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006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Large-scale production deployment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22122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Load and performance testing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641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Third-party payment or cloud-hosting integration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659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66160" cy="19659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(MVT architecture)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19659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with Django templates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66160" cy="19659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MySQL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566160" cy="19659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566160" cy="19659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Django MVT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83210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40280" y="17830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7830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incoming request URLs to the appropriate view functions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10800000">
            <a:off x="5980176" y="2532888"/>
            <a:ext cx="201168" cy="146304"/>
          </a:xfrm>
          <a:prstGeom prst="triangle">
            <a:avLst/>
          </a:prstGeom>
          <a:solidFill>
            <a:srgbClr val="5B6785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2715768"/>
            <a:ext cx="8321040" cy="713232"/>
          </a:xfrm>
          <a:prstGeom prst="rect">
            <a:avLst/>
          </a:prstGeom>
          <a:solidFill>
            <a:srgbClr val="0A8F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40280" y="271576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1576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data structures via the Django ORM, mapped to database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5980176" y="3465576"/>
            <a:ext cx="201168" cy="146304"/>
          </a:xfrm>
          <a:prstGeom prst="triangle">
            <a:avLst/>
          </a:prstGeom>
          <a:solidFill>
            <a:srgbClr val="5B6785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3648456"/>
            <a:ext cx="83210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40280" y="36484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64845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that processes requests and prepares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80176" y="4398264"/>
            <a:ext cx="201168" cy="146304"/>
          </a:xfrm>
          <a:prstGeom prst="triangle">
            <a:avLst/>
          </a:prstGeom>
          <a:solidFill>
            <a:srgbClr val="5B6785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4581144"/>
            <a:ext cx="8321040" cy="713232"/>
          </a:xfrm>
          <a:prstGeom prst="rect">
            <a:avLst/>
          </a:prstGeom>
          <a:solidFill>
            <a:srgbClr val="0A8F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40280" y="458114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58114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dynamic HTML pages with Django's templating engine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5980176" y="5330952"/>
            <a:ext cx="201168" cy="146304"/>
          </a:xfrm>
          <a:prstGeom prst="triangle">
            <a:avLst/>
          </a:prstGeom>
          <a:solidFill>
            <a:srgbClr val="5B6785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5513832"/>
            <a:ext cx="8321040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240280" y="55138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551383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persistent application data, accessed through the ORM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A 4-Week Journey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2121408"/>
            <a:ext cx="9966960" cy="0"/>
          </a:xfrm>
          <a:prstGeom prst="line">
            <a:avLst/>
          </a:prstGeom>
          <a:noFill/>
          <a:ln w="25400">
            <a:solidFill>
              <a:srgbClr val="D5DC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82880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651760" cy="3337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Web Fundamentals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77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setup, Python syntax, control structures, functions, intro to Django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182880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07408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55848" y="2651760"/>
            <a:ext cx="2651760" cy="3337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8444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&amp; Database Integration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3977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architecture, models and migrations, database setup, Django Admin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14616" y="182880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14616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3056" y="2651760"/>
            <a:ext cx="2651760" cy="3337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91656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Templates &amp; Front End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3977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routing, view logic, HTML/CSS templates, CRUD functionality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21824" y="182880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21824" y="1828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70264" y="2651760"/>
            <a:ext cx="2651760" cy="3337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98864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3154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198864" y="39776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Weeks 1-3 to design, build, test and present the complete project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25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working knowledge of Python and the Django framework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1325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78308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 integrating a relational database with a web app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94960" cy="1325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33756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web application demonstrating CRUD operations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5394960" cy="1325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749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33756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problem-solving, debugging and documentation skills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94960" cy="1325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89204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an industry-style internship workflow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4892040"/>
            <a:ext cx="5394960" cy="1325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5303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89204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completion certificate from Cognifyz IT Solutions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Cognifyz IT Solutions  |  Software Development Internship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pic>
        <p:nvPicPr>
          <p:cNvPr id="4" name="Image 0" descr="media/certific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748" y="1554480"/>
            <a:ext cx="3886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114800" cy="411480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733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303520"/>
            <a:ext cx="1828800" cy="1828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Yojit Bhatt  |  Roll No: 2410031104  |  B.Tech CSE, IILM University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Intern, Cognifyz IT Solutions Pvt. Ltd.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- Yojit Bhatt</dc:title>
  <dc:subject>PptxGenJS Presentation</dc:subject>
  <dc:creator>PptxGenJS</dc:creator>
  <cp:lastModifiedBy>PptxGenJS</cp:lastModifiedBy>
  <cp:revision>1</cp:revision>
  <dcterms:created xsi:type="dcterms:W3CDTF">2026-10-21T04:49:16Z</dcterms:created>
  <dcterms:modified xsi:type="dcterms:W3CDTF">2026-10-21T04:49:16Z</dcterms:modified>
</cp:coreProperties>
</file>